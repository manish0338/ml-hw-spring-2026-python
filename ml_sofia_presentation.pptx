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70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a continuous target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15 anonymized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Progression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645920" cy="2011680"/>
          </a:xfrm>
          <a:prstGeom prst="roundRect">
            <a:avLst>
              <a:gd name="adj" fmla="val 4444"/>
            </a:avLst>
          </a:prstGeom>
          <a:solidFill>
            <a:srgbClr val="E2E8F0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-0.46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08960" y="2011680"/>
            <a:ext cx="1645920" cy="2011680"/>
          </a:xfrm>
          <a:prstGeom prst="roundRect">
            <a:avLst>
              <a:gd name="adj" fmla="val 4444"/>
            </a:avLst>
          </a:prstGeom>
          <a:solidFill>
            <a:srgbClr val="E2E8F0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10896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-0.093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2011680"/>
            <a:ext cx="1645920" cy="2011680"/>
          </a:xfrm>
          <a:prstGeom prst="roundRect">
            <a:avLst>
              <a:gd name="adj" fmla="val 4444"/>
            </a:avLst>
          </a:prstGeom>
          <a:solidFill>
            <a:srgbClr val="E2E8F0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0352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0.04875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0" y="2011680"/>
            <a:ext cx="1645920" cy="2011680"/>
          </a:xfrm>
          <a:prstGeom prst="roundRect">
            <a:avLst>
              <a:gd name="adj" fmla="val 4444"/>
            </a:avLst>
          </a:prstGeom>
          <a:solidFill>
            <a:srgbClr val="E2E8F0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0.05122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+ Feature Drop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-0.46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Linear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predicting the mean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weak linear signal + ~3% corrupted outliers (±40,000)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514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Polynomial, product, ratio, tree-based hypotheses all rejected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3291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irreducible noise — unpredictable by any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R² Is Dominated by Outliers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≈ 30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~900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denominator variance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EF2F2"/>
          </a:solidFill>
          <a:ln w="254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148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≈ 40,000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~1,600,000,000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MILLION × one normal row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8333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of rows control ~95%+ of the metric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Trimming Outliers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CV R²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beautiful!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FULL-DATA R²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optimized the 5% of variance the metric barely cares about”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8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ALL data including outliers — because R² rewards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regularization (α = 4000) resists outlier leverage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Validated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40-seed test: mean +0.041, never negative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3 noise features (x11, x12, x13)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2103120" cy="25603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0.005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trimming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Trimmed vs Full Data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86384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Trimmed (Trap)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 (Correct)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core (5% of variance)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distribution (95% from outliers)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(misleading)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~0.04 (honest)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real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Done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before modeling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365760" cy="365760"/>
          </a:xfrm>
          <a:prstGeom prst="ellipse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2128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and tested hypotheses (didn't assume)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79776"/>
            <a:ext cx="365760" cy="365760"/>
          </a:xfrm>
          <a:prstGeom prst="ellipse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77977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the CV-vs-reality trap with honest holdout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346704"/>
            <a:ext cx="365760" cy="365760"/>
          </a:xfrm>
          <a:prstGeom prst="ellipse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3467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limited submissions strategically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913632"/>
            <a:ext cx="365760" cy="365760"/>
          </a:xfrm>
          <a:prstGeom prst="ellipse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136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realistic ceiling with simple, defensible model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3932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 is only safe when outliers are absent from test data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your metric is robust to them (e.g., MAE, not R²)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metric is dominated by noise: maximize stability, not fit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83455"/>
            <a:ext cx="64008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F68CE0A-FFFA-4FD1-B727-10831F2B3C67}">
  <we:reference id="3d2b7d21-fda6-4380-b3d4-39ac6c78a05c" version="1.0.1.6" store="EXCatalog" storeType="EXCatalog"/>
  <we:alternateReferences/>
  <we:properties>
    <we:property name="Office.AutoShowTaskpaneWithDocument" value="true"/>
    <we:property name="conversationId" value="&quot;dcb833bc-7d55-4946-b7a2-4cecba78a99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377</Words>
  <Application>Microsoft Macintosh PowerPoint</Application>
  <PresentationFormat>On-screen Show (16:9)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Complete Journey: From -0.46 to 0.05122</dc:title>
  <dc:subject>PptxGenJS Presentation</dc:subject>
  <dc:creator>Data Scientist</dc:creator>
  <cp:lastModifiedBy>Manish Dattatraya Gangal</cp:lastModifiedBy>
  <cp:revision>6</cp:revision>
  <dcterms:created xsi:type="dcterms:W3CDTF">2026-06-13T17:01:25Z</dcterms:created>
  <dcterms:modified xsi:type="dcterms:W3CDTF">2026-06-13T18:49:35Z</dcterms:modified>
</cp:coreProperties>
</file>